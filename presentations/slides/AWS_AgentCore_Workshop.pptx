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AgentCore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Platform для AI Агентів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для розробників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AI Agent?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Автономна система, яка приймає рішення та виконує дії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компоненти: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LLM (Large Language Model)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Tools (інструменти для дій)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Memory (пам'ять контексту)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Planning (планування кроків)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39C2D7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Приклад use case: RAG agent з Google Docs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Проблеми при деплої агентів у production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C2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AgentCore Рішення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C2D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hosting complexity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Runtime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perimeter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Centralized Identity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integration overhead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Gateway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sprawl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OAuth flows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Observability fragmentation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Centralized logging/tracing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execution safety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Isolated Code Interpreter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management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Memory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Scale-to-zero architecture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 multi-tenant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AWS AgentCore?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platform для деплою AI агентів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4231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Розділення відповідальностей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7889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→ Business Logic | AgentCore → Infrastructure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5204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Ключова перевага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8862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business logic, not infrastructure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Архітектура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User/Client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1645920" cy="73152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371600"/>
            <a:ext cx="1645920" cy="731520"/>
          </a:xfrm>
          <a:prstGeom prst="rect">
            <a:avLst/>
          </a:prstGeom>
          <a:solidFill>
            <a:srgbClr val="3D3D3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1645920" cy="73152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926080"/>
            <a:ext cx="1645920" cy="73152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926080"/>
            <a:ext cx="1645920" cy="73152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114800"/>
            <a:ext cx="1645920" cy="731520"/>
          </a:xfrm>
          <a:prstGeom prst="rect">
            <a:avLst/>
          </a:prstGeom>
          <a:solidFill>
            <a:srgbClr val="2C2C2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(Google, Slack...)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Runtime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робить: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Manages agent lifecycle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 tracking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Deployment orchestration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114800" cy="2560320"/>
          </a:xfrm>
          <a:prstGeom prst="rect">
            <a:avLst/>
          </a:prstGeom>
          <a:solidFill>
            <a:srgbClr val="3D3D3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Canonical Contract: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 import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BedrockAgentCoreApp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BedrockAgentCoreApp()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@app.entrypoint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invoke(payload, context):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graph.invoke(payload)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Переваги: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Serverless scaling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Session continuity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No Lambda/container management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Identity - Inbound Authentication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Мета: Контроль доступу - хто може викликати агента?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097280" cy="64008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3D3D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0" y="1645920"/>
            <a:ext cx="1280160" cy="64008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3D3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49040" y="1645920"/>
            <a:ext cx="1280160" cy="64008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3D3D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1645920"/>
            <a:ext cx="1188720" cy="64008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783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3D3D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1645920"/>
            <a:ext cx="1371600" cy="64008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компоненти: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discoveryUrl: OIDC metadata для JWT validation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allowedClients: Whitelist client_id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claims validation (iss, exp, audience)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Identity - Outbound Authentication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Мета: Агент викликає API від імені користувача (user federation)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3LO (Three-Legged OAuth) Flow: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Agent calls tool → Gateway detects no consent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Returns authorization_url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066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User opens browser, grants consent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540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Callback to AgentCore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Agent calls complete_resource_token_auth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Token encrypted and stored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96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Next tool call succeeds with user-scoped access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vs Outbound Auth - Порівняння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Inbound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C2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Outbound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Хто може викликати агента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Агент викликає API від імені 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Протокол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JWT/OIDC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2.0 3LO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Токен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access token (Cognito)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access token (user-scoped)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JWKS signature + claims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 provider management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boundary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perimeter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Delegation to external services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Gateway (MCP)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робить: Exposes external tools/APIs через MCP protocol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методи: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tools/list → список доступних інструментів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tools/call → виклик інструмента з arguments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 targets: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target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API calls (Google Docs, Stripe) без Lambda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target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logic з повною гнучкістю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- OpenAPI Target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Schema: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servers: https://docs.googleapis.com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path: /v1/documents/{documentId}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operationId: getDocument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Provider: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type: OAuth 2.0 Authorization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scope: documents.readonly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 tool name: "google-docs-target___getDocument"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Memory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key-value store для conversation history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190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User-scoped queries (actor_id)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665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continuity across Runtime invocations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140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 розробка: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InMemorySaver + thread_id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8039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513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AgentCore Memory + session_id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Інші сервіси AgentCore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Interpreter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Sandboxed Python/JS execution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limits (CPU, memory, time)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for code runs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Headless browser automation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scraping capability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Screenshot capture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CloudWatch logs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X-Ray distributed tracing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metrics and alerts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54864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0" y="1188720"/>
            <a:ext cx="1371600" cy="54864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1371600" cy="54864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1371600" cy="54864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188720"/>
            <a:ext cx="914400" cy="548640"/>
          </a:xfrm>
          <a:prstGeom prst="rect">
            <a:avLst/>
          </a:prstGeom>
          <a:solidFill>
            <a:srgbClr val="3D3D3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280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Pool: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2560320"/>
            <a:ext cx="2011680" cy="64008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Shard 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2560320"/>
            <a:ext cx="2011680" cy="64008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Shard 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2560320"/>
            <a:ext cx="2011680" cy="64008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Shard 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3474720"/>
            <a:ext cx="1828800" cy="54864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Gateway/Tools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3474720"/>
            <a:ext cx="1828800" cy="54864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474720"/>
            <a:ext cx="1828800" cy="548640"/>
          </a:xfrm>
          <a:prstGeom prst="rect">
            <a:avLst/>
          </a:prstGeom>
          <a:solidFill>
            <a:srgbClr val="39C2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Affinity та Shard Routing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60k+ одночасних користувачів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731520"/>
          </a:xfrm>
          <a:prstGeom prst="rect">
            <a:avLst/>
          </a:prstGeom>
          <a:solidFill>
            <a:srgbClr val="00B4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Рішення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hashing для routing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Переваги: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288036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Session affinity (той самий user → той самий shard)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47472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Hot/Warm shards для різних tenant tiers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406908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Graceful scale up/down (draining state)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Up/Down Pattern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00B4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 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shards з state=active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Нові сесії автоматично rehash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Існуючі сесії залишаються на старих shards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downtime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3931920" cy="548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Down 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 shards як draining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423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Старі сесії drain природно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Нові сесії не направляються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Graceful shutdown після drain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Profile vs Runtime Artifact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Створює новий Runtime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створює новий Runtime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C2D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 агента змінений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template оновлено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Dependencies оновлено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toggles змінено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policy змінено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params змінено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personalization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00B4A8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069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Перевага: Персоналізація без redeployment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vs Cloud - Service Mapping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(LangGraph)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C2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AgentCore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hosting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Python 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AgentCore Runtime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InMemorySaver + thread_id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AgentCore Memory + session_id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.env credentials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AgentCore Identity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API/tools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functions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AgentCore 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execution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Python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Interpreter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Workflow - 6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LangGraph agent з mock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325880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417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with AgentCore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BedrockAgentCoreApp wrapper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Infrastructure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Cognito, Gateway, OAuth providers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2423160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Runtime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configure + deploy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from Client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+ JWT bearer token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383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3520440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778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logs, X-Ray traces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Runtime Contract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обов'язкові елементи: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3D3D3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Import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bedrock_agentcore.runtime import BedrockAgentCoreApp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Initialize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BedrockAgentCoreApp()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Decorate entrypoint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@app.entrypoint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invoke(payload: dict, context=None):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thread_id = context.session_id or 'default'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graph.invoke(payload,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{'configurable': {'thread_id': thread_id}})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'__main__':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Gates Before Deploy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50876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Gateway MCP version = 2025-11-25 (required for 3LO)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10312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Runtime session ID &gt;= 33 chars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69748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Google Docs tool present in Gateway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329184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OAuth callback URL registered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7315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388620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Local agent runs without errors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Stale AWS credentials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profile → InvalidClientTokenId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Gateway version mismatch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3LO fails with ValidationException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OAuth callback not registered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URI 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Concurrent runtime updates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ConflictException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Use Case - Google Docs RAG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00B4A8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User 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"Як business analyst, я хочу задавати питання про policies у Google Docs. Агент має витягувати документ, шукати релевантні пасажі, та повертати відповіді з джерелами."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Компоненти demo: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LangGraph ReAct 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Google Docs API через Gateway OpenAPI target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OAuth 3LO для user-scoped access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AgentCore Runtime deployment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Flow - 6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Cognito User Pool (inbound auth)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OAuth provider + Gateway + Google Docs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4688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Local ReAct agent з mock tools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Deploy runtime via agentcore CLI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566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Runtime invoke + OAuth consent 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114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Cleanup commands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побачить аудиторія: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5544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Local agent runs with mock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0116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Same code deploys to Runtime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24688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JWT inbound authentication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29260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OAuth 3LO consent flow completes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3832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Agent retrieves real Google Doc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38404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CloudWatch shows full request trace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42976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Cleanup removes all AWS resources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переваги AgentCore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розробників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Framework-agnostic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separation of concerns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local testability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операцій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Managed infrastructure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Centralized 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Multi-tenancy ready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бізнесу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Production-ready day 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control (pay per invoke)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built-in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Питання?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Workshop GitHub Repository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AWS AgentCore Documentation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Workshop Notebook: workshop_google_docs_rag_e2e.ipynb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AgentCore Workshop</dc:title>
  <dc:subject>PptxGenJS Presentation</dc:subject>
  <dc:creator>EPAM Workshop</dc:creator>
  <cp:lastModifiedBy>EPAM Workshop</cp:lastModifiedBy>
  <cp:revision>1</cp:revision>
  <dcterms:created xsi:type="dcterms:W3CDTF">2026-02-28T14:17:00Z</dcterms:created>
  <dcterms:modified xsi:type="dcterms:W3CDTF">2026-02-28T14:17:00Z</dcterms:modified>
</cp:coreProperties>
</file>